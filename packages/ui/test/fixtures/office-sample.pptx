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slideLayout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版式文字"/>
          <p:cNvSpPr txBox="1"/>
          <p:nvPr/>
        </p:nvSpPr>
        <p:spPr>
          <a:xfrm>
            <a:off x="0" y="0"/>
            <a:ext cx="8000000" cy="1500000"/>
          </a:xfrm>
        </p:spPr>
        <p:txBody>
          <a:bodyPr/>
          <a:lstStyle/>
          <a:p>
            <a:pPr/>
            <a:r>
              <a:rPr lang="zh-CN" sz="1200" b="0"/>
              <a:t>版式占位</a:t>
            </a:r>
          </a:p>
        </p:txBody>
      </p:sp>
    </p:spTree>
  </p:cSld>
  <p:clrMapOvr>
    <a:masterClrMapping/>
  </p:clrMapOvr>
</p:sld>
</file>

<file path=ppt/slideMasters/slideMaster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母版文字"/>
          <p:cNvSpPr txBox="1"/>
          <p:nvPr/>
        </p:nvSpPr>
        <p:spPr>
          <a:xfrm>
            <a:off x="0" y="0"/>
            <a:ext cx="8000000" cy="1500000"/>
          </a:xfrm>
        </p:spPr>
        <p:txBody>
          <a:bodyPr/>
          <a:lstStyle/>
          <a:p>
            <a:pPr/>
            <a:r>
              <a:rPr lang="zh-CN" sz="1200" b="0"/>
              <a:t>母版占位</a:t>
            </a:r>
          </a:p>
        </p:txBody>
      </p:sp>
    </p:spTree>
  </p:cSld>
  <p:clrMapOvr>
    <a:masterClrMapping/>
  </p:clrMapOvr>
</p:sld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800000" y="1200000"/>
            <a:ext cx="8000000" cy="1500000"/>
          </a:xfrm>
        </p:spPr>
        <p:txBody>
          <a:bodyPr/>
          <a:lstStyle/>
          <a:p>
            <a:pPr/>
            <a:r>
              <a:rPr lang="zh-CN" sz="4000" b="1"/>
              <a:t>季度经营回顾</a:t>
            </a:r>
          </a:p>
          <a:p>
            <a:pPr/>
            <a:r>
              <a:rPr lang="zh-CN" sz="1800" b="0"/>
              <a:t>2026 年第三季度 · 产品与销售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要点"/>
          <p:cNvSpPr txBox="1"/>
          <p:nvPr/>
        </p:nvSpPr>
        <p:spPr>
          <a:xfrm>
            <a:off x="800000" y="1200000"/>
            <a:ext cx="8000000" cy="1500000"/>
          </a:xfrm>
        </p:spPr>
        <p:txBody>
          <a:bodyPr/>
          <a:lstStyle/>
          <a:p>
            <a:pPr/>
            <a:r>
              <a:rPr lang="zh-CN" sz="2800" b="1"/>
              <a:t>本季度要点</a:t>
            </a:r>
          </a:p>
          <a:p>
            <a:pPr/>
            <a:r>
              <a:rPr lang="zh-CN" sz="1800" b="0"/>
              <a:t>• 收入环比 +18%</a:t>
            </a:r>
          </a:p>
          <a:p>
            <a:pPr/>
            <a:r>
              <a:rPr lang="zh-CN" sz="1800" b="0"/>
              <a:t>• 新客 1,240 家</a:t>
            </a:r>
          </a:p>
          <a:p>
            <a:pPr/>
            <a:r>
              <a:rPr lang="zh-CN" sz="1800" b="0"/>
              <a:t>• 客单价提升 6%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9" name="表格 1"/>
          <p:cNvGraphicFramePr/>
          <p:nvPr/>
        </p:nvGraphicFramePr>
        <p:xfrm>
          <a:off x="800000" y="1500000"/>
          <a:ext cx="7000000" cy="2000000"/>
        </p:xfrm>
        <a:graphic>
          <a:graphicData uri="http://schemas.openxmlformats.org/drawingml/2006/table">
            <a:tbl>
              <a:tblPr/>
              <a:tblGrid>
                <a:gridCol w="3000000"/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产品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增速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笔记本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8.4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+12%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显示器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5.7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+21%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配件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3.1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 sz="1600" b="0"/>
                        <a:t>+9%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结尾"/>
          <p:cNvSpPr txBox="1"/>
          <p:nvPr/>
        </p:nvSpPr>
        <p:spPr>
          <a:xfrm>
            <a:off x="800000" y="1200000"/>
            <a:ext cx="8000000" cy="1500000"/>
          </a:xfrm>
        </p:spPr>
        <p:txBody>
          <a:bodyPr/>
          <a:lstStyle/>
          <a:p>
            <a:pPr/>
            <a:r>
              <a:rPr lang="zh-CN" sz="2800" b="1"/>
              <a:t>下季度计划</a:t>
            </a:r>
          </a:p>
          <a:p>
            <a:pPr/>
            <a:r>
              <a:rPr lang="zh-CN" sz="1800" b="0"/>
              <a:t>• 上线新版控制台</a:t>
            </a:r>
          </a:p>
          <a:p>
            <a:pPr/>
            <a:r>
              <a:rPr lang="zh-CN" sz="1800" b="0"/>
              <a:t>• 拓展两个行业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/>
    <a:fontScheme name="Office"/>
    <a:fmtScheme name="Office"/>
  </a:themeElements>
</a:theme>
</file>